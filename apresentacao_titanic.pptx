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45A5A"/>
                </a:solidFill>
              </a:defRPr>
            </a:pPr>
            <a:r>
              <a:t>Métricas de classificação: Titanic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7464B"/>
                </a:solidFill>
              </a:defRPr>
            </a:pPr>
            <a:r>
              <a:t>Previsão de sobrevivência com regressão logística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</a:defRPr>
            </a:pPr>
            <a:r>
              <a:t>1. Problema e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Objetivo: prever se um passageiro sobreviveu ao naufrágio.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Variável-alvo: survived (0 = não sobreviveu; 1 = sobreviveu).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Avaliar o modelo com matriz de confusão, acurácia, precisão e recall.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</a:defRPr>
            </a:pPr>
            <a:r>
              <a:t>2. Base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Base Titanic pública, com 891 registros e 15 colunas.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Variáveis utilizadas: classe, sexo, idade, tarifa, familiares e porto de embarque.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A classe 0 representa 61,62% dos registros e a classe 1 representa 38,38%.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Fonte: Seaborn Titanic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</a:defRPr>
            </a:pPr>
            <a:r>
              <a:t>3. Tratamento dos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Idade: valores ausentes preenchidos pela mediana.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Embarque: valores ausentes preenchidos pela categoria mais frequente.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Variáveis categóricas transformadas com one-hot encoding.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Variáveis numéricas padronizadas e dados divididos em 80% treino e 20% teste.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</a:defRPr>
            </a:pPr>
            <a:r>
              <a:t>4. Modelo utilizado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Modelo: regressão logística.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Escolha: modelo simples, rápido e adequado para classificação binária.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Treino: 712 registros | Teste: 179 registros.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A semente aleatória foi fixada em 42 para permitir reprodução dos resultados.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</a:defRPr>
            </a:pPr>
            <a:r>
              <a:t>5.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232D37"/>
                </a:solidFill>
              </a:defRPr>
            </a:pPr>
            <a:r>
              <a:t>Acurácia: 80,45%</a:t>
            </a:r>
          </a:p>
          <a:p>
            <a:pPr>
              <a:spcAft>
                <a:spcPts val="1400"/>
              </a:spcAft>
              <a:defRPr sz="2500">
                <a:solidFill>
                  <a:srgbClr val="232D37"/>
                </a:solidFill>
              </a:defRPr>
            </a:pPr>
            <a:r>
              <a:t>Precisão: 79,31%</a:t>
            </a:r>
          </a:p>
          <a:p>
            <a:pPr>
              <a:spcAft>
                <a:spcPts val="1400"/>
              </a:spcAft>
              <a:defRPr sz="2500">
                <a:solidFill>
                  <a:srgbClr val="232D37"/>
                </a:solidFill>
              </a:defRPr>
            </a:pPr>
            <a:r>
              <a:t>Recall: 66,67%</a:t>
            </a:r>
          </a:p>
          <a:p>
            <a:pPr>
              <a:spcAft>
                <a:spcPts val="1400"/>
              </a:spcAft>
              <a:defRPr sz="2500">
                <a:solidFill>
                  <a:srgbClr val="232D37"/>
                </a:solidFill>
              </a:defRPr>
            </a:pPr>
            <a:r>
              <a:t>F1-score: 72,44%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</a:defRPr>
            </a:pPr>
            <a:r>
              <a:t>6. Matriz de confusão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Verdadeiros negativos: 98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Falsos positivos: 12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Falsos negativos: 23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Verdadeiros positivos: 46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O modelo acertou mais casos de não sobrevivência do que casos de sobrevivência.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</a:defRPr>
            </a:pPr>
            <a:r>
              <a:t>7. Avaliação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O desempenho geral foi bom, com 80,45% de acurácia.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A precisão de 79,31% indica que a maioria das previsões de sobrevivência estava correta.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O recall de 66,67% mostra que 23 sobreviventes não foram identificados.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O modelo é útil como análise inicial, mas pode melhorar com mais variáveis e comparação com outros algoritmos.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O pipeline transformou os dados e treinou um classificador reproduzível.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As métricas mostram um modelo equilibrado, porém com espaço para melhorar a identificação dos sobreviventes.</a:t>
            </a:r>
          </a:p>
          <a:p>
            <a:pPr>
              <a:spcAft>
                <a:spcPts val="1400"/>
              </a:spcAft>
              <a:defRPr sz="2200">
                <a:solidFill>
                  <a:srgbClr val="232D37"/>
                </a:solidFill>
              </a:defRPr>
            </a:pPr>
            <a:r>
              <a:t>Notebook, base CSV e apresentação compõem a entrega do projeto.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